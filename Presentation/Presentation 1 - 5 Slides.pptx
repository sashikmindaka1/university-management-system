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0" autoAdjust="0"/>
    <p:restoredTop sz="94660"/>
  </p:normalViewPr>
  <p:slideViewPr>
    <p:cSldViewPr snapToGrid="0">
      <p:cViewPr varScale="1">
        <p:scale>
          <a:sx n="90" d="100"/>
          <a:sy n="90" d="100"/>
        </p:scale>
        <p:origin x="30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C57A40-D0C8-2DD8-6E31-FE616588B3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DC8EF95-67E7-61F7-5D63-7520091739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47A115-DE8F-07E8-1B33-4E47B029E9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FD7F1-546C-4A3A-8D4A-F82FBA87C52B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5F9D6E-B2BC-D670-F895-15A6FC911A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68C026-FB5D-FAB3-906B-54EA8812CF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FCBA-626D-4B57-8D1A-ADD50E5577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70491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69CEE6-AF19-0CCB-089E-8F64F69B90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022D7B-610A-7753-45BD-760FEE3FF7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2351E9-21B2-3255-DDB7-4B7815943A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FD7F1-546C-4A3A-8D4A-F82FBA87C52B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AD715E-D8F0-C1AA-5714-4BD83B3442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57BA95-039C-1C2F-4789-EEC15BB646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FCBA-626D-4B57-8D1A-ADD50E5577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92896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FDAF2C-65B3-BBD2-F5F6-0918C762E3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72FE6F-CCCF-D6CF-9FD0-EF573137BA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6E90F8-1313-F6C9-2F86-3513B2934B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FD7F1-546C-4A3A-8D4A-F82FBA87C52B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ED6CFC-7B9E-6962-234E-0B8FF8AD72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169646-B02B-A995-97B1-C8772BC6CF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FCBA-626D-4B57-8D1A-ADD50E5577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40072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2A5C9E-C085-34F4-2D04-419154E3FB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5341C0-C8BD-DA81-C27A-C3560412FF6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56438A-9EB9-17D0-2C5D-B26DD6BFA3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A216B7-C6A2-1930-16B8-784FF60FA3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FD7F1-546C-4A3A-8D4A-F82FBA87C52B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F9C57A-1EE1-B8AA-E0F3-E65A51CBF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9828F9-6612-8EFC-C8F7-1FCDCCF4F9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FCBA-626D-4B57-8D1A-ADD50E5577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40214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32B9B4-0B05-D0A6-9747-A79161923E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047B45-4F32-BFC8-02C9-C70D3FBB6A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253EB0-CEF8-1F02-26AE-68D26DFFE8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0E5E86B-EBC7-3C5C-27C7-97919C0BCDB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B4E0D58-7802-AF9C-43F5-1F076F70F2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98B2590-5E89-5054-8533-419FBD15E1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FD7F1-546C-4A3A-8D4A-F82FBA87C52B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EF4682D-7833-6160-BE9E-44E1E29038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FC36297-EF78-BE0F-6472-8A024C9443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FCBA-626D-4B57-8D1A-ADD50E5577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7647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81F995-1C9B-C107-4B5C-20079FA094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6963450-9C6E-3B0B-CF93-F05B14BA27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FD7F1-546C-4A3A-8D4A-F82FBA87C52B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261CF8B-1D6A-4586-74AC-29332D4191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C831915-2F8B-F5E0-5ED0-2CFB29755C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FCBA-626D-4B57-8D1A-ADD50E5577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35412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0E2D18-D7DF-4581-8B47-EED9A07808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FD7F1-546C-4A3A-8D4A-F82FBA87C52B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D2922F4-D371-4C5E-5DF0-3C12F3AC7F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1388DB-9CBC-BA7E-0671-DCE562290D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FCBA-626D-4B57-8D1A-ADD50E5577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1700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989155-C85B-7B66-94EE-57F8676CFB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6AF7D5-4313-59A9-0635-802F60F3F9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30D0C9-C6F6-B5D0-C0D6-3F817CA8D3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496056-23C0-1102-6F5B-28EA341654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FD7F1-546C-4A3A-8D4A-F82FBA87C52B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2FB5B2-8917-38EE-553D-5391BF3814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774781-685B-6AD8-35C6-954FAFC3BC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FCBA-626D-4B57-8D1A-ADD50E5577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25510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3470FA-B7F8-23DE-EBCC-BCC649200C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44C533B-421E-6468-162F-AE4B70540DB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09B5BE-8618-B57F-AF18-D8160BE64B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F9ED14-2171-EF54-3C01-FF4F5F29B1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FD7F1-546C-4A3A-8D4A-F82FBA87C52B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4EC7DD-7037-15FD-2EFD-81796728D4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B5E125-1AC6-6CC0-BE68-EC26B71192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FCBA-626D-4B57-8D1A-ADD50E5577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70148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AC8B5A-DFEB-BAC6-4EFE-B5EE678B3E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6755DD9-0926-7665-A619-5AE7BE8C55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70ACE4-E780-EF12-3880-4745354AB3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FD7F1-546C-4A3A-8D4A-F82FBA87C52B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D3371A-B00C-85D0-6010-EA53EDDA3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470B15-358E-2FDC-BCF9-0E2B74FFA4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FCBA-626D-4B57-8D1A-ADD50E5577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94444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E91FFA6-EE6F-404B-BC35-5E7323979C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B28107-0156-1021-0476-14C725C29C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2C3D21-B49C-C5C8-E445-F58ADC7086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FD7F1-546C-4A3A-8D4A-F82FBA87C52B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5505E6-4444-35C3-11AF-06F84CE4FC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BAB7C4-2D39-18DF-96D4-21B12293B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FCBA-626D-4B57-8D1A-ADD50E5577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36241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A9C2F9F-C46B-EF95-4CA9-41AB0AE937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545D49-CC3F-7010-5BF8-4CCAC781C4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2EEA9E-C0B9-107F-D0BD-70384A939F0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F7FD7F1-546C-4A3A-8D4A-F82FBA87C52B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53162C-C860-73EE-5371-DDDE9440F4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9FDF2D-2104-9AF3-9FD9-89C00105FA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8E2FCBA-626D-4B57-8D1A-ADD50E5577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3061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E2D7A01-2F1A-1CA6-9665-D919561169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92676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7F2237E-9D90-00D2-394C-391CBACFC2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88125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9C3D9CE-F604-7346-055D-C86E00506D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05298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DD053FD-8FA1-CC32-7796-667ED5B5BB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24765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BFBF5171-AE45-F387-F7A7-9273392D0149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18" y="0"/>
            <a:ext cx="12188282" cy="6855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65513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HMKS Herath</dc:creator>
  <cp:lastModifiedBy>HMKS Herath</cp:lastModifiedBy>
  <cp:revision>1</cp:revision>
  <dcterms:created xsi:type="dcterms:W3CDTF">2026-07-14T18:35:16Z</dcterms:created>
  <dcterms:modified xsi:type="dcterms:W3CDTF">2026-07-14T18:36:14Z</dcterms:modified>
</cp:coreProperties>
</file>