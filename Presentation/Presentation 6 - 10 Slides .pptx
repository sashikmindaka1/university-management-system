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7A40-D0C8-2DD8-6E31-FE616588B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8EF95-67E7-61F7-5D63-752009173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7A115-DE8F-07E8-1B33-4E47B029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F9D6E-B2BC-D670-F895-15A6FC91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C026-FB5D-FAB3-906B-54EA8812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49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CEE6-AF19-0CCB-089E-8F64F69B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22D7B-610A-7753-45BD-760FEE3FF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351E9-21B2-3255-DDB7-4B7815943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D715E-D8F0-C1AA-5714-4BD83B34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7BA95-039C-1C2F-4789-EEC15BB6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8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AF2C-65B3-BBD2-F5F6-0918C762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2FE6F-CCCF-D6CF-9FD0-EF573137B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E90F8-1313-F6C9-2F86-3513B293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6CFC-7B9E-6962-234E-0B8FF8AD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69646-B02B-A995-97B1-C8772BC6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0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5C9E-C085-34F4-2D04-419154E3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341C0-C8BD-DA81-C27A-C3560412F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6438A-9EB9-17D0-2C5D-B26DD6BFA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16B7-C6A2-1930-16B8-784FF60F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9C57A-1EE1-B8AA-E0F3-E65A51CB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828F9-6612-8EFC-C8F7-1FCDCCF4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2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2B9B4-0B05-D0A6-9747-A79161923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47B45-4F32-BFC8-02C9-C70D3FBB6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53EB0-CEF8-1F02-26AE-68D26DFFE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5E86B-EBC7-3C5C-27C7-97919C0BC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E0D58-7802-AF9C-43F5-1F076F70F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B2590-5E89-5054-8533-419FBD15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4682D-7833-6160-BE9E-44E1E290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36297-EF78-BE0F-6472-8A024C94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F995-1C9B-C107-4B5C-20079FA0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63450-9C6E-3B0B-CF93-F05B14BA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1CF8B-1D6A-4586-74AC-29332D41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31915-2F8B-F5E0-5ED0-2CFB2975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4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E2D18-D7DF-4581-8B47-EED9A0780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2922F4-D371-4C5E-5DF0-3C12F3AC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388DB-9CBC-BA7E-0671-DCE56229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9155-C85B-7B66-94EE-57F8676C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F7D5-4313-59A9-0635-802F60F3F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D0C9-C6F6-B5D0-C0D6-3F817CA8D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96056-23C0-1102-6F5B-28EA3416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FB5B2-8917-38EE-553D-5391BF38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74781-685B-6AD8-35C6-954FAFC3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5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70FA-B7F8-23DE-EBCC-BCC64920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C533B-421E-6468-162F-AE4B70540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9B5BE-8618-B57F-AF18-D8160BE64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9ED14-2171-EF54-3C01-FF4F5F29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EC7DD-7037-15FD-2EFD-81796728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5E125-1AC6-6CC0-BE68-EC26B711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1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8B5A-DFEB-BAC6-4EFE-B5EE678B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55DD9-0926-7665-A619-5AE7BE8C5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0ACE4-E780-EF12-3880-4745354A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3371A-B00C-85D0-6010-EA53EDDA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70B15-358E-2FDC-BCF9-0E2B74FF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4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1FFA6-EE6F-404B-BC35-5E7323979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28107-0156-1021-0476-14C725C29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C3D21-B49C-C5C8-E445-F58ADC70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505E6-4444-35C3-11AF-06F84CE4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AB7C4-2D39-18DF-96D4-21B12293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2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C2F9F-C46B-EF95-4CA9-41AB0AE9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45D49-CC3F-7010-5BF8-4CCAC781C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EEA9E-C0B9-107F-D0BD-70384A939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FD7F1-546C-4A3A-8D4A-F82FBA87C52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3162C-C860-73EE-5371-DDDE9440F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FDF2D-2104-9AF3-9FD9-89C00105F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2FCBA-626D-4B57-8D1A-ADD50E55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0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9FD949-77F2-716E-27A9-64E9251A8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37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4D206-ECFD-B81F-97AE-5F2AE677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98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19425D-9512-CFF3-9175-812873289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E491B-CDE8-0049-B303-83B59B212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2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096CE-D45D-71A2-B643-2D3C56065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23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HMKS Herath</dc:creator>
  <cp:lastModifiedBy>HMKS Herath</cp:lastModifiedBy>
  <cp:revision>2</cp:revision>
  <dcterms:created xsi:type="dcterms:W3CDTF">2026-07-14T18:35:16Z</dcterms:created>
  <dcterms:modified xsi:type="dcterms:W3CDTF">2026-07-14T18:44:21Z</dcterms:modified>
</cp:coreProperties>
</file>